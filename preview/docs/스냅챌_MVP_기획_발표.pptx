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F6013">
              <a:alpha val="15000"/>
            </a:srgbClr>
          </a:solidFill>
          <a:ln w="12700">
            <a:solidFill>
              <a:srgbClr val="FF601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743200" cy="2743200"/>
          </a:xfrm>
          <a:prstGeom prst="ellipse">
            <a:avLst/>
          </a:prstGeom>
          <a:solidFill>
            <a:srgbClr val="FF6013">
              <a:alpha val="30000"/>
            </a:srgbClr>
          </a:solidFill>
          <a:ln w="12700">
            <a:solidFill>
              <a:srgbClr val="FF601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6013">
              <a:alpha val="80000"/>
            </a:srgbClr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013"/>
                </a:solidFill>
              </a:rPr>
              <a:t>ALPHA TEAM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스냅챌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8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퀘스트로 찍는 2초 로그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친구·커플이 함께하는 퀘스트 기반 폐쇄형 소셜 앱  |  MVP 기획 공유 ·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828800" cy="36576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개요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스냅챌이 해결하는 문제와 핵심 가설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사용자 시나리오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87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생성부터 저장·공유까지의 흐름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456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필수·제외·우선순위 범위 정의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명세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3251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F-001 ~ F-022 기능 요구사항 요약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46304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481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흐름도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17190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S-001 ~ S-017 화면 및 이동 구조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33172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587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관계 및 핵심 필드 초안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20040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콘텐츠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456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친구·커플 모드 퀘스트 설계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4069080"/>
            <a:ext cx="502920" cy="502920"/>
          </a:xfrm>
          <a:prstGeom prst="rect">
            <a:avLst>
              <a:gd name="adj" fmla="val 9091"/>
            </a:avLst>
          </a:prstGeom>
          <a:solidFill>
            <a:srgbClr val="FF60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결정사항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43251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미정 사항 및 다음 단계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서비스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2044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😩  해결하는 문제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755648"/>
            <a:ext cx="201168" cy="201168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찍을 게 없어 친구가 이탈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414016"/>
            <a:ext cx="201168" cy="201168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 요소 부족 → 지속 동기 약함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72384"/>
            <a:ext cx="201168" cy="201168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035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찍을지" 매번 고민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730752"/>
            <a:ext cx="201168" cy="201168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694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결과물이 추억으로 남지 않음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4206240" cy="3520440"/>
          </a:xfrm>
          <a:prstGeom prst="rect">
            <a:avLst/>
          </a:prstGeom>
          <a:solidFill>
            <a:srgbClr val="FFF5F0"/>
          </a:solidFill>
          <a:ln w="12700">
            <a:solidFill>
              <a:srgbClr val="FF60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스냅챌의 해결 방식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7556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 퀘스트 주제 제공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975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로그의 방향을 퀘스트가 정함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 매시간 세부 미션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633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직전 구체적인 안내 제공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0723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 친구/커플 모드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291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관계별 맞춤 퀘스트 추천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30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 저장·공유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9502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SNS에 올리고 싶은 결과물 생성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"퀘스트가 있으면 셋로그형 기록 경험이 더 재미있어지는가"  — 핵심 검증 가설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핵심 사용자 시나리오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55448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07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 방 만들기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이름 · 친구/커플 모드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이름 입력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0048" y="1252728"/>
            <a:ext cx="256032" cy="256032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252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143000"/>
            <a:ext cx="2743200" cy="155448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307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 초대·참여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6733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또는 참여 코드로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5명 입장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14416" y="1252728"/>
            <a:ext cx="256032" cy="256032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14416" y="1252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143000"/>
            <a:ext cx="2743200" cy="1554480"/>
          </a:xfrm>
          <a:prstGeom prst="rect">
            <a:avLst/>
          </a:prstGeom>
          <a:solidFill>
            <a:srgbClr val="FFF5F0"/>
          </a:solidFill>
          <a:ln w="25400">
            <a:solidFill>
              <a:srgbClr val="FF60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0216" y="13075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퀘스트 선택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16733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첫 접근자가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3개 중 1개 선택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58784" y="1252728"/>
            <a:ext cx="256032" cy="256032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1252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55448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136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2초 촬영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5021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세부 미션 확인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2초 영상 촬영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3081528"/>
            <a:ext cx="256032" cy="256032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0048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971800"/>
            <a:ext cx="2743200" cy="155448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3136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 로그 보기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55848" y="35021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친구 영상 확인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 반응 남기기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3081528"/>
            <a:ext cx="256032" cy="256032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3056" y="2971800"/>
            <a:ext cx="2743200" cy="155448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0216" y="3136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 저장·공유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0216" y="35021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결과물 저장 또는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공유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58784" y="3081528"/>
            <a:ext cx="256032" cy="256032"/>
          </a:xfrm>
          <a:prstGeom prst="ellipse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58784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07792" y="1828800"/>
            <a:ext cx="237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013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852160" y="1828800"/>
            <a:ext cx="237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013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907792" y="3657600"/>
            <a:ext cx="237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013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852160" y="3657600"/>
            <a:ext cx="237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013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MVP 범위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0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41148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절대 포기 불가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방 만들기 / 링크·코드 참여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친구/커플 모드 선택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768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하루 첫 접근자 퀘스트 선택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1518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퀘스트 후보 3개 표시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95351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촬영 직전 세부 미션 표시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2초 영상 촬영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63016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시간대별 로그 보기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96849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이모지 반응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30682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저장 / 공유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109728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097280"/>
            <a:ext cx="265176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2주 내 포기 가능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160020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과거 로그 안정화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19385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캘린더 완성도 높은 탐색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56432" y="227685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분석 이벤트 대시보드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6432" y="261518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숨겨진 퀘스트 관리 UI 완성도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56432" y="29535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저장·공유 결과물 고급 편집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1097280"/>
            <a:ext cx="2606040" cy="3657600"/>
          </a:xfrm>
          <a:prstGeom prst="rect">
            <a:avLst/>
          </a:prstGeom>
          <a:solidFill>
            <a:srgbClr val="F7F8F9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1097280"/>
            <a:ext cx="2606040" cy="4114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MVP 제외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3952" y="160020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iOS / 앱스토어 출시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3952" y="19385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회원가입 / 로그인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73952" y="227685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알림 / 푸시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73952" y="261518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LLM 실시간 API 호출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73952" y="29535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포인트 / 결제 / DM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73952" y="329184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신고 / 차단 / 내보내기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73952" y="363016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운영자 관리자 페이지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73952" y="396849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워터마크 / 성장 콘텐츠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주요 기능 명세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91640" cy="3657600"/>
          </a:xfrm>
          <a:prstGeom prst="rect">
            <a:avLst/>
          </a:prstGeom>
          <a:solidFill>
            <a:srgbClr val="E8F4FD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69164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97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 방 &amp; 참여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783080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만들기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2267712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 생성·공유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542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2752344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코드 입력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3026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3236976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참여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351129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3721608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1097280"/>
            <a:ext cx="1691640" cy="3657600"/>
          </a:xfrm>
          <a:prstGeom prst="rect">
            <a:avLst/>
          </a:prstGeom>
          <a:solidFill>
            <a:srgbClr val="FFF5F0"/>
          </a:solidFill>
          <a:ln w="19050">
            <a:solidFill>
              <a:srgbClr val="FF60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03120" y="1097280"/>
            <a:ext cx="169164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1097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퀘스트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76272" y="1572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176272" y="1783080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후보 준비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76272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F-007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176272" y="2267712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접근자 판별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76272" y="2542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F-008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176272" y="2752344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선택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76272" y="3026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F-009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76272" y="3236976"/>
            <a:ext cx="1545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미션 표시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1097280"/>
            <a:ext cx="1920240" cy="3657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31920" y="1097280"/>
            <a:ext cx="19202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6784" y="1097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촬영 &amp; 로그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05072" y="1572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05072" y="178308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영상 촬영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05072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005072" y="2267712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재시도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05072" y="2542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005072" y="2752344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로그 보기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05072" y="3026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05072" y="3236976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미참여 표시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05072" y="351129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05072" y="372160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보기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05072" y="399592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005072" y="420624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삭제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9320" y="1097280"/>
            <a:ext cx="1508760" cy="3657600"/>
          </a:xfrm>
          <a:prstGeom prst="rect">
            <a:avLst/>
          </a:prstGeom>
          <a:solidFill>
            <a:srgbClr val="FFF8E1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1097280"/>
            <a:ext cx="15087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44184" y="10972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반응 &amp; 공유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62472" y="1572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062472" y="1783080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 반응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62472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062472" y="2267712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저장·공유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62472" y="2542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F-018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062472" y="2752344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로그 보기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35240" y="1097280"/>
            <a:ext cx="1371600" cy="3657600"/>
          </a:xfrm>
          <a:prstGeom prst="rect">
            <a:avLst/>
          </a:prstGeom>
          <a:solidFill>
            <a:srgbClr val="F5F5F5"/>
          </a:solidFill>
          <a:ln w="1905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635240" y="1097280"/>
            <a:ext cx="1371600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0104" y="1097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 설정 &amp; 분석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08392" y="1572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F-019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708392" y="1783080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나가기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708392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F-020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708392" y="2267712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페이지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08392" y="2542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F-021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708392" y="2752344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관리 기능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08392" y="3026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F-022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708392" y="3236976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이벤트 수집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화면 흐름도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25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화면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1887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225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57400" y="1444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만들기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225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94760" y="1444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초대·공유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1887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6013"/>
          </a:solidFill>
          <a:ln w="25400">
            <a:solidFill>
              <a:srgbClr val="FF6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225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32120" y="1444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로그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004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참여코드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2286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5740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이름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286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9476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선택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286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3212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미션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2286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S-009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6948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465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S-011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0040" y="3685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보기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3465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S-012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057400" y="3685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 반응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904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3465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S-013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94760" y="3685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저장·공유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465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S-014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32120" y="3685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3465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S-015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269480" y="3685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37360" y="1508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74720" y="1508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1508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73736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47472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1208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4944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737360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474720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212080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49440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S-006 오늘 로그 화면이 모든 주요 기능의 허브입니다. S-010 업로드 상태 팝업은 S-009에서 분기됩니다.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데이터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795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3441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name, mode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joinCode, inviteUrl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258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participantIds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11430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40280" y="11430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11795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Participant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13432" y="13441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31720" y="16184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roomId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19385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31720" y="2258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displayName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25786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11430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11430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11795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DailyLog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9392" y="13441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일자별 로그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16184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roomId, date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0" y="19385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dailyQuestId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97680" y="2258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11430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1430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11795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DailyQuest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45352" y="13441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퀘스트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3640" y="16184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templateId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63640" y="19385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title, description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63640" y="2258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selectedByParticipantId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25786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2004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2004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2369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VideoClip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" y="34015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영상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36758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roomId, dailyLogId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9959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participantId, hourSlot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43159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uploadStatus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46360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visibleInSharedLog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40280" y="32004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40280" y="32004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13432" y="32369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13432" y="34015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 반응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331720" y="36758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videoClipId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331720" y="39959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participantId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31720" y="43159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emoji, createdAt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206240" y="32004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206240" y="32004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32369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QuestTemplate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279392" y="34015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템플릿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297680" y="36758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mode, title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297680" y="39959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missionSet[]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297680" y="43159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isFallback, enabled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72200" y="3200400"/>
            <a:ext cx="1828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9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72200" y="3200400"/>
            <a:ext cx="1828800" cy="384048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45352" y="32369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AnalyticsEvent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45352" y="340156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이벤트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63640" y="36758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eventName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63640" y="39959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roomId, participantId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63640" y="43159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properties, createdAt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01168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013"/>
                </a:solidFill>
              </a:rPr>
              <a:t>1 ── 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97764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013"/>
                </a:solidFill>
              </a:rPr>
              <a:t>N ── 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94360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013"/>
                </a:solidFill>
              </a:rPr>
              <a:t>1 ── 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E7DC"/>
          </a:solidFill>
          <a:ln w="12700">
            <a:solidFill>
              <a:srgbClr val="FFE7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퀘스트 콘텐츠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퀘스트란?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'지금 뭘 찍지?'를 고민하지 않도록 하루의 로그 방향을 잡아주는 주제.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 미션이 아니라, 06:00~23:00 시간대별 세부 미션이 연결된 하루의 스토리.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114800" cy="731520"/>
          </a:xfrm>
          <a:prstGeom prst="rect">
            <a:avLst/>
          </a:prstGeom>
          <a:solidFill>
            <a:srgbClr val="EA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🌈  무지개 로그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8072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시간별 빨강→주황→노랑 색깔 아이템 촬영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13632" y="249631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4963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2423160"/>
            <a:ext cx="4114800" cy="731520"/>
          </a:xfrm>
          <a:prstGeom prst="rect">
            <a:avLst/>
          </a:prstGeom>
          <a:solidFill>
            <a:srgbClr val="EA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🕺  같은 포즈 챌린지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28072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찍은 사람의 포즈를 따라 찍기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57032" y="249631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24963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114800" cy="731520"/>
          </a:xfrm>
          <a:prstGeom prst="rect">
            <a:avLst/>
          </a:prstGeom>
          <a:solidFill>
            <a:srgbClr val="EA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 오늘의 TMI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675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시간대의 공통 주제로 찍기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13632" y="336499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3364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3291840"/>
            <a:ext cx="4114800" cy="731520"/>
          </a:xfrm>
          <a:prstGeom prst="rect">
            <a:avLst/>
          </a:prstGeom>
          <a:solidFill>
            <a:srgbClr val="FFF0F5"/>
          </a:solidFill>
          <a:ln w="12700">
            <a:solidFill>
              <a:srgbClr val="FF8C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💑  우리는 하나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3675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물건·장소·순간을 각자 시각으로 담기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57032" y="336499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3364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커플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4114800" cy="731520"/>
          </a:xfrm>
          <a:prstGeom prst="rect">
            <a:avLst/>
          </a:prstGeom>
          <a:solidFill>
            <a:srgbClr val="FFF0F5"/>
          </a:solidFill>
          <a:ln w="12700">
            <a:solidFill>
              <a:srgbClr val="FF8C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42336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핀터레스트 로그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4544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원하는 감성 컷 촬영 후 비교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13632" y="423367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4233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커플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9160" y="4160520"/>
            <a:ext cx="4114800" cy="731520"/>
          </a:xfrm>
          <a:prstGeom prst="rect">
            <a:avLst/>
          </a:prstGeom>
          <a:solidFill>
            <a:srgbClr val="FFF0F5"/>
          </a:solidFill>
          <a:ln w="12700">
            <a:solidFill>
              <a:srgbClr val="FF8C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18888" y="42336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🎮  금지 장면 게임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8888" y="4544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행동을 찍히면 안 되는 룰로 촬영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57032" y="423367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4233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커플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모드 6개 + 커플 모드 6개 (06:00~23:00 시간대별 세부 미션 포함) — MVP에서는 사전 생성 데이터 사용, LLM 미연동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남은 결정사항 &amp; 다음 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960120"/>
          </a:xfrm>
          <a:prstGeom prst="rect">
            <a:avLst/>
          </a:prstGeom>
          <a:solidFill>
            <a:srgbClr val="272727"/>
          </a:solidFill>
          <a:ln w="1270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09728" cy="96012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0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거부 처리 방식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카메라·저장소 권한 거부 시 사용자 안내 방식 미정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06240" cy="960120"/>
          </a:xfrm>
          <a:prstGeom prst="rect">
            <a:avLst/>
          </a:prstGeom>
          <a:solidFill>
            <a:srgbClr val="272727"/>
          </a:solidFill>
          <a:ln w="1270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109728" cy="96012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280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47488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퀘스트 데이터 포맷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7488" y="17556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생성 퀘스트 JSON 포맷 최종 확정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206240" cy="960120"/>
          </a:xfrm>
          <a:prstGeom prst="rect">
            <a:avLst/>
          </a:prstGeom>
          <a:solidFill>
            <a:srgbClr val="272727"/>
          </a:solidFill>
          <a:ln w="1270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109728" cy="96012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서버 접속 방식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Wi-Fi 또는 임시 터널링 방법 결정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206240" cy="960120"/>
          </a:xfrm>
          <a:prstGeom prst="rect">
            <a:avLst/>
          </a:prstGeom>
          <a:solidFill>
            <a:srgbClr val="272727"/>
          </a:solidFill>
          <a:ln w="1270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109728" cy="96012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URL 변경 조건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언제, 어떻게 초대 URL이 갱신되는지 미정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4206240" cy="960120"/>
          </a:xfrm>
          <a:prstGeom prst="rect">
            <a:avLst/>
          </a:prstGeom>
          <a:solidFill>
            <a:srgbClr val="272727"/>
          </a:solidFill>
          <a:ln w="1270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83280"/>
            <a:ext cx="109728" cy="96012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숨겨진 퀘스트 관리 진입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페이지 내 노출 방식 (제스처 / 버튼 등)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383280"/>
            <a:ext cx="4206240" cy="960120"/>
          </a:xfrm>
          <a:prstGeom prst="rect">
            <a:avLst/>
          </a:prstGeom>
          <a:solidFill>
            <a:srgbClr val="272727"/>
          </a:solidFill>
          <a:ln w="12700">
            <a:solidFill>
              <a:srgbClr val="40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383280"/>
            <a:ext cx="109728" cy="960120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0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47488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로그 안정화 범위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47488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기반 과거 로그를 MVP에서 어디까지 구현할지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→  위 미정 사항 확정 → 개발 착수 → 2주 내 APK 시연 → 알파팀 가설 검증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FF6013">
              <a:alpha val="10000"/>
            </a:srgbClr>
          </a:solidFill>
          <a:ln w="12700">
            <a:solidFill>
              <a:srgbClr val="FF601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6013">
              <a:alpha val="15000"/>
            </a:srgbClr>
          </a:solidFill>
          <a:ln w="12700">
            <a:solidFill>
              <a:srgbClr val="FF6013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822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📷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스냅챌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8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퀘스트로 찍는 2초 로그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FF6013"/>
          </a:solidFill>
          <a:ln w="12700">
            <a:solidFill>
              <a:srgbClr val="FF6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611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알파팀 공유용  |  MVP 기획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스냅챌 MVP — 알파팀 공유</dc:title>
  <dc:subject>PptxGenJS Presentation</dc:subject>
  <dc:creator>PptxGenJS</dc:creator>
  <cp:lastModifiedBy>PptxGenJS</cp:lastModifiedBy>
  <cp:revision>1</cp:revision>
  <dcterms:created xsi:type="dcterms:W3CDTF">2026-05-21T07:17:00Z</dcterms:created>
  <dcterms:modified xsi:type="dcterms:W3CDTF">2026-05-21T07:17:00Z</dcterms:modified>
</cp:coreProperties>
</file>